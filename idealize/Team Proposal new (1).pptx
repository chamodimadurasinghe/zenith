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a07a8a0b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a07a8a0b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a07a8a0b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a07a8a0b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a07a8a0b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a07a8a0b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a07a8a0b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a07a8a0b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a07a8a0b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a07a8a0b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07a8a0b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a07a8a0b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07a8a0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a07a8a0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07a8a0b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a07a8a0b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a07a8a0b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a07a8a0b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click.aiesec.lk/cs/idealize-2026-proposal-submission-documen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3758675" y="1206075"/>
            <a:ext cx="365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758675" y="1685900"/>
            <a:ext cx="365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758675" y="2122225"/>
            <a:ext cx="365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758675" y="3021275"/>
            <a:ext cx="365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58675" y="2571750"/>
            <a:ext cx="365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806100" y="4283175"/>
            <a:ext cx="1926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Proposal Guideline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1143450" y="3665750"/>
            <a:ext cx="42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Leader Name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University/School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NIC No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 Number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5494200" y="3665750"/>
            <a:ext cx="42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Leader Name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University/School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NIC No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 Number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1143450" y="3665750"/>
            <a:ext cx="42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Leader Name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University/School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NIC No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 Number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5494200" y="3665750"/>
            <a:ext cx="42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Leader Name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University/School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NIC No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 Number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4094850" y="2830850"/>
            <a:ext cx="4261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Leader Name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University/School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NIC No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 Number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